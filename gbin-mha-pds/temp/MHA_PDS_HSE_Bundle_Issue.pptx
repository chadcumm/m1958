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MHA PDS — Health Service Event Bundle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B6B"/>
                </a:solidFill>
              </a:defRPr>
            </a:pPr>
            <a:r>
              <a:t>Only 1 of 4 Health Service Events reaching Ontario 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</a:defRPr>
            </a:pPr>
            <a:r>
              <a:t>Cerner JSON Payload (4 Service Events)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</a:defRPr>
            </a:pPr>
            <a:r>
              <a:t>SUBMIT_BUNDLE (3 entries)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SERVICE_REQUEST_EOC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2194560"/>
            <a:ext cx="1188720" cy="32004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CLIENT_SDOH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194560"/>
            <a:ext cx="1737360" cy="32004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HEALTH_SERVICES ×1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6B"/>
                </a:solidFill>
              </a:defRPr>
            </a:pPr>
            <a:r>
              <a:t>↑ 1 bundle = 1 UUID stamped on ALL 4 service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37560"/>
            <a:ext cx="5029200" cy="301752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</a:defRPr>
            </a:pPr>
            <a:r>
              <a:t>SERVICES[] (4 service events)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4663440" cy="54864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</a:defRPr>
            </a:pPr>
            <a:r>
              <a:t>[0]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40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SRV-3393360169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69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2026-01-21  •  In-person  • 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</a:defRPr>
            </a:pPr>
            <a:r>
              <a:t>← 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34840"/>
            <a:ext cx="4663440" cy="54864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80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</a:defRPr>
            </a:pPr>
            <a:r>
              <a:t>[1]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80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SRV-3393361999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709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2026-02-13  •  Virtual  •  30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</a:defRPr>
            </a:pPr>
            <a:r>
              <a:t>LOST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74920"/>
            <a:ext cx="4663440" cy="54864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206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</a:defRPr>
            </a:pPr>
            <a:r>
              <a:t>[2]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120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SRV-3393362203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2026-02-13  •  In-person  •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</a:defRPr>
            </a:pPr>
            <a:r>
              <a:t>LOST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714999"/>
            <a:ext cx="4663440" cy="54864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76071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</a:defRPr>
            </a:pPr>
            <a:r>
              <a:t>[3]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76071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SRV-3393362296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98931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2026-02-13  •  In-person  •  60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8521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</a:defRPr>
            </a:pPr>
            <a:r>
              <a:t>LOST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</a:defRPr>
            </a:pPr>
            <a:r>
              <a:t>Mirth FHIR Transformation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178308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</a:defRPr>
            </a:pPr>
            <a:r>
              <a:t>Root Cause: Hardcoded SERVICES[0]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228600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23042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C40F"/>
                </a:solidFill>
              </a:defRPr>
            </a:pPr>
            <a:r>
              <a:t>createEncounterProfile()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24871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</a:defRPr>
            </a:pPr>
            <a:r>
              <a:t>msg.SERVICES[0].HEALTH_SERVICE_EVENT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0" y="278892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280720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C40F"/>
                </a:solidFill>
              </a:defRPr>
            </a:pPr>
            <a:r>
              <a:t>createLocationProfile()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299008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</a:defRPr>
            </a:pPr>
            <a:r>
              <a:t>msg.SERVICES[0].HSP_SITE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66560" y="3291840"/>
            <a:ext cx="4754880" cy="41148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331012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C40F"/>
                </a:solidFill>
              </a:defRPr>
            </a:pPr>
            <a:r>
              <a:t>createOrganizationProfile()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34930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</a:defRPr>
            </a:pPr>
            <a:r>
              <a:t>msg.SERVICES[0].HSP_ORGANIZATION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402336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</a:defRPr>
            </a:pPr>
            <a:r>
              <a:t>Profile Cache: Created once, reused for 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434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getProfileCache("Encounter") → returns cached SERVICES[0] data</a:t>
            </a:r>
            <a:br/>
            <a:r>
              <a:t>Even in a loop, Encounter/Location/Org profiles never refresh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5212080"/>
            <a:ext cx="5120640" cy="128016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Result: Ontario Health Receives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5623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948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</a:defRPr>
            </a:pPr>
            <a:r>
              <a:t>1× SERVICE_REQUEST_EOC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5897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9480" y="5897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</a:defRPr>
            </a:pPr>
            <a:r>
              <a:t>1× CLIENT_SDOH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6172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</a:defRPr>
            </a:pPr>
            <a:r>
              <a:t>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6172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</a:defRPr>
            </a:pPr>
            <a:r>
              <a:t>1× HEALTH_SERVICES (should be 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Resolution — Per-Service HEALTH_SERVICES Bundles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CC71"/>
                </a:solidFill>
              </a:defRPr>
            </a:pPr>
            <a:r>
              <a:t>Generate unique FHIR bundle per service event with independent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</a:defRPr>
            </a:pPr>
            <a:r>
              <a:t>CCL Changes (Cerner Side)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</a:defRPr>
            </a:pPr>
            <a:r>
              <a:t>BEFORE — sDetermine_Submit_Bundles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4937760" cy="68580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SUBMIT_BUNDLE_CNT: 3</a:t>
            </a:r>
            <a:br/>
            <a:r>
              <a:t>  [1] SERVICE_REQUEST_EOC  →  UUID-A</a:t>
            </a:r>
            <a:br/>
            <a:r>
              <a:t>  [2] CLIENT_SDOH          →  UUID-B</a:t>
            </a:r>
            <a:br/>
            <a:r>
              <a:t>  [3] HEALTH_SERVICES ×1   →  UUID-C  (all 4 rows get UUID-C)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AFTER — 1 bundle per service event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4937760" cy="50292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SUBMIT_BUNDLE_CNT: 6</a:t>
            </a:r>
            <a:br/>
            <a:r>
              <a:t>  [1] SERVICE_REQUEST_EOC          →  UUID-A</a:t>
            </a:r>
            <a:br/>
            <a:r>
              <a:t>  [2] CLIENT_SDOH                  →  UUID-B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</a:defRPr>
            </a:pPr>
            <a:r>
              <a:t>  [3] HEALTH_SERVICES  SERVICE_IDX=0  →  UUID-C1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873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</a:defRPr>
            </a:pPr>
            <a:r>
              <a:t>  [4] HEALTH_SERVICES  SERVICE_IDX=1  →  UUID-C2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799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</a:defRPr>
            </a:pPr>
            <a:r>
              <a:t>  [5] HEALTH_SERVICES  SERVICE_IDX=2  →  UUID-C3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725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</a:defRPr>
            </a:pPr>
            <a:r>
              <a:t>  [6] HEALTH_SERVICES  SERVICE_IDX=3  →  UUID-C4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Each service row gets its own UUID for callback matching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4068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</a:defRPr>
            </a:pPr>
            <a:r>
              <a:t>CCL Files Modified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• gbin_mha_pds_utils.prg → sDetermine_Submit_Bundles (N bundles, SERVICE_INDEX)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35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• gbin_mha_pds_data.prg  → per-service UUID assignment &amp; status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</a:defRPr>
            </a:pPr>
            <a:r>
              <a:t>Mirth Changes (FHIR Transformation)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83080"/>
            <a:ext cx="5303520" cy="100584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createBundleList() — No structural change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48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Already loops over SUBMIT_BUNDLE array.</a:t>
            </a:r>
            <a:br/>
            <a:r>
              <a:t>With 6 entries (instead of 3), it naturally creates 6 FHIR bundles.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9260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</a:defRPr>
            </a:pPr>
            <a:r>
              <a:t>Profile Functions — Use SERVICE_INDEX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3337560"/>
            <a:ext cx="4937760" cy="41148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35584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C40F"/>
                </a:solidFill>
              </a:defRPr>
            </a:pPr>
            <a:r>
              <a:t>createEncounterProfile()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5387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</a:defRPr>
            </a:pPr>
            <a:r>
              <a:t>msg.SERVICES[0]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5387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53872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</a:defRPr>
            </a:pPr>
            <a:r>
              <a:t>msg.SERVICES[serviceIdx]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840480"/>
            <a:ext cx="4937760" cy="41148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8587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C40F"/>
                </a:solidFill>
              </a:defRPr>
            </a:pPr>
            <a:r>
              <a:t>createLocationProfile()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0416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</a:defRPr>
            </a:pPr>
            <a:r>
              <a:t>msg.SERVICES[0]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0416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04164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</a:defRPr>
            </a:pPr>
            <a:r>
              <a:t>msg.SERVICES[serviceIdx]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343400"/>
            <a:ext cx="4937760" cy="41148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43616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C40F"/>
                </a:solidFill>
              </a:defRPr>
            </a:pPr>
            <a:r>
              <a:t>createOrganizationProfile()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5445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</a:defRPr>
            </a:pPr>
            <a:r>
              <a:t>msg.SERVICES[0]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5445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5445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</a:defRPr>
            </a:pPr>
            <a:r>
              <a:t>msg.SERVICES[serviceIdx]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07492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</a:defRPr>
            </a:pPr>
            <a:r>
              <a:t>Profile Cache — Key per service index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440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Cache key changes:  "Encounter" → "Encounter_0", "Encounter_1", etc.</a:t>
            </a:r>
            <a:br/>
            <a:r>
              <a:t>Ensures each service event gets its own Encounter/Location/Org profiles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6126480"/>
            <a:ext cx="5303520" cy="502920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6144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Result: 1 EOC  +  1 SDOH  +  4 HEALTH_SERVICES  =  6 FHIR Bundles  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Before vs After — End-to-End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2011680" cy="173736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Cerner SERVICE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20240"/>
            <a:ext cx="1737360" cy="256032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 SRV-..0169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202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FF6B6B"/>
                </a:solidFill>
              </a:defRPr>
            </a:pPr>
            <a:r>
              <a:t>UUID-C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240280"/>
            <a:ext cx="1737360" cy="256032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40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 SRV-..1999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402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FF6B6B"/>
                </a:solidFill>
              </a:defRPr>
            </a:pPr>
            <a:r>
              <a:t>UUID-C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560320"/>
            <a:ext cx="1737360" cy="256032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603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 SRV-..2203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5603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FF6B6B"/>
                </a:solidFill>
              </a:defRPr>
            </a:pPr>
            <a:r>
              <a:t>UUID-C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880359"/>
            <a:ext cx="1737360" cy="256032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88035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 SRV-..2296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88035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FF6B6B"/>
                </a:solidFill>
              </a:defRPr>
            </a:pPr>
            <a:r>
              <a:t>UUID-C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99999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554480"/>
            <a:ext cx="2743200" cy="173736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JSON Payload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1965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</a:defRPr>
            </a:pPr>
            <a:r>
              <a:t>SUBMIT_BUNDLE[3]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1671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3 bundles (1 HSE)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514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C12"/>
                </a:solidFill>
              </a:defRPr>
            </a:pPr>
            <a:r>
              <a:t>SERVICES[4]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27157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4 events in array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99999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1554480"/>
            <a:ext cx="2560320" cy="173736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Mirth FHIR Transform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Loops 3 SUBMIT_BUNDLEs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240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B6B"/>
                </a:solidFill>
              </a:defRPr>
            </a:pPr>
            <a:r>
              <a:t>Encounter → SERVICES[0]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514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B6B"/>
                </a:solidFill>
              </a:defRPr>
            </a:pPr>
            <a:r>
              <a:t>Cache locks to first 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99999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1554480"/>
            <a:ext cx="2560320" cy="173736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</a:defRPr>
            </a:pPr>
            <a:r>
              <a:t>Ontario 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</a:defRPr>
            </a:pPr>
            <a:r>
              <a:t>✓ 1× EOC bundle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267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</a:defRPr>
            </a:pPr>
            <a:r>
              <a:t>✓ 1× SDOH bundle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569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6B6B"/>
                </a:solidFill>
              </a:defRPr>
            </a:pPr>
            <a:r>
              <a:t>✓ 1× HSE bundle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8712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</a:defRPr>
            </a:pPr>
            <a:r>
              <a:t>✗ 3× HSE missing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520440"/>
            <a:ext cx="1161288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74320" y="3749039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AFTER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429768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4297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Cerner SERVICE Table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4709160"/>
            <a:ext cx="1737360" cy="301752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7274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 SRV-..0169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47274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2ECC71"/>
                </a:solidFill>
              </a:defRPr>
            </a:pPr>
            <a:r>
              <a:t>UUID-C1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093208"/>
            <a:ext cx="1737360" cy="301752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1114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 SRV-..1999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1114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2ECC71"/>
                </a:solidFill>
              </a:defRPr>
            </a:pPr>
            <a:r>
              <a:t>UUID-C2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5477256"/>
            <a:ext cx="1737360" cy="301752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4955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 SRV-..2203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549554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2ECC71"/>
                </a:solidFill>
              </a:defRPr>
            </a:pPr>
            <a:r>
              <a:t>UUID-C3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5861304"/>
            <a:ext cx="1737360" cy="301752"/>
          </a:xfrm>
          <a:prstGeom prst="roundRect">
            <a:avLst>
              <a:gd name="adj" fmla="val 5000"/>
            </a:avLst>
          </a:prstGeom>
          <a:solidFill>
            <a:srgbClr val="2323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879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 SRV-..2296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3040" y="58795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2ECC71"/>
                </a:solidFill>
              </a:defRPr>
            </a:pPr>
            <a:r>
              <a:t>UUID-C4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4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CC71"/>
                </a:solidFill>
              </a:defRPr>
            </a:pPr>
            <a: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34640" y="4297680"/>
            <a:ext cx="2743200" cy="210312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JSON Payload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800" y="47091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</a:defRPr>
            </a:pPr>
            <a:r>
              <a:t>SUBMIT_BUNDLE[6]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71800" y="491032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6 bundles (4 HSE, each w/ index)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63240" y="51663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seq 1: EOC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63240" y="536752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</a:defRPr>
            </a:pPr>
            <a:r>
              <a:t>seq 2: SDOH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63240" y="556869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BC9C"/>
                </a:solidFill>
              </a:defRPr>
            </a:pPr>
            <a:r>
              <a:t>seq 3: HSE idx=0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576986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BC9C"/>
                </a:solidFill>
              </a:defRPr>
            </a:pPr>
            <a:r>
              <a:t>seq 4: HSE idx=1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63240" y="597103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BC9C"/>
                </a:solidFill>
              </a:defRPr>
            </a:pPr>
            <a:r>
              <a:t>seq 5: HSE idx=2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63240" y="61722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BC9C"/>
                </a:solidFill>
              </a:defRPr>
            </a:pPr>
            <a:r>
              <a:t>seq 6: HSE idx=3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CC71"/>
                </a:solidFill>
              </a:defRPr>
            </a:pPr>
            <a:r>
              <a:t>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6480" y="429768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4297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Mirth FHIR Transform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4709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Loops 6 SUBMIT_BUNDLEs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4983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</a:defRPr>
            </a:pPr>
            <a:r>
              <a:t>SERVICE_INDEX → correct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166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</a:defRPr>
            </a:pPr>
            <a:r>
              <a:t>  SERVICES[idx]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63640" y="5440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</a:defRPr>
            </a:pPr>
            <a:r>
              <a:t>Cache keyed per index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Unique profiles per event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7824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CC71"/>
                </a:solidFill>
              </a:defRPr>
            </a:pPr>
            <a:r>
              <a:t>→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235440" y="429768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35440" y="4297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</a:defRPr>
            </a:pPr>
            <a:r>
              <a:t>Ontario Health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72600" y="4709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</a:defRPr>
            </a:pPr>
            <a:r>
              <a:t>✓ 1× EOC bundle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72600" y="4965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</a:defRPr>
            </a:pPr>
            <a:r>
              <a:t>✓ 1× SDOH bundle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72600" y="52212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</a:defRPr>
            </a:pPr>
            <a:r>
              <a:t>✓ 1× HSE (SRV-..0169)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72600" y="54772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</a:defRPr>
            </a:pPr>
            <a:r>
              <a:t>✓ 1× HSE (SRV-..1999)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72600" y="57332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</a:defRPr>
            </a:pPr>
            <a:r>
              <a:t>✓ 1× HSE (SRV-..2203)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72600" y="5989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CC71"/>
                </a:solidFill>
              </a:defRPr>
            </a:pPr>
            <a:r>
              <a:t>✓ 1× HSE (SRV-..2296)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72600" y="6309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6 bundles total 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